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9A857"/>
                </a:solidFill>
              </a:defRPr>
            </a:pPr>
            <a:r>
              <a:t>حِكْمَةٌ لِلْعَائِلَة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Wisdom for the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AF6F0"/>
                </a:solidFill>
              </a:defRPr>
            </a:pPr>
            <a:r>
              <a:t>A Halaqah Presentation from the Works of Shaykh Yusuf al-Qaradawi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108960"/>
            <a:ext cx="2103120" cy="27432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9080"/>
                </a:solidFill>
              </a:defRPr>
            </a:pPr>
            <a:r>
              <a:t>5 Themes | 9 Books | 48 Concepts | ~9.4 Million Characters of Source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9080"/>
                </a:solidFill>
              </a:defRPr>
            </a:pPr>
            <a:r>
              <a:t>Qaradawi Library LLM Wiki  |  9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About This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From the Qaradawi Library LLM Wiki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25603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" cy="25603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Shaykh Yusuf al-Qaradawi (1926–2022)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Egyptian Islamic scholar, wasatiyyah jurist,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and one of the most prolific authors in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contemporary Islamic thought — 170+ works.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Founder of the Faculty of Shari’ah at the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University of Qatar; chairman of the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International Union of Muslim Scholars.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This wiki focuses on his fiqh, ethics,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and spiritual writings.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03520" cy="25603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" cy="25603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The LLM Wiki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9 books ingested and fully searchable.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48 concept pages with cross-references.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4 cross-book comparison syntheses.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~9.4 million characters of source text.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Every claim traces back to the exact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chapter and page in the original work.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Built using the Karpathy LLM Wiki pattern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for AI-searchable Islamic knowledge.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1064240" cy="228600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54864" cy="22860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10789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How This Halaqah Was Prepared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789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Five themes were selected from the wiki that are suitable for a family audience: Akhlaq (Good Character),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Wasatiyyah (Moderation), Sabr (Patience), Marriage &amp; Family Life, and Tazkiyah &amp; Ikhlas (Purification &amp; Sincerity).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Each theme is drawn from multiple books — Ethics in Islam, Faith and Life, The Lawful and the Prohibited,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Approaching the Sunnah, and Fiqh al-Zakah — synthesising Qaradawi’s positions across his corpus.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All Qur’anic verses and hadiths are cited. Arabic text is included where central to the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Today’s Five Themes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A journey through Qaradawi’s wisdom for family life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4D3E"/>
                </a:solidFill>
                <a:latin typeface="Georgia"/>
              </a:defRPr>
            </a:pPr>
            <a:r>
              <a:t>Akhlaq — Good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64207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7534E"/>
                </a:solidFill>
              </a:defRPr>
            </a:pPr>
            <a:r>
              <a:t>The Prophet’s mission: to perfect good morals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4D3E"/>
                </a:solidFill>
                <a:latin typeface="Georgia"/>
              </a:defRPr>
            </a:pPr>
            <a:r>
              <a:t>Wasatiyyah — The Middle 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243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7534E"/>
                </a:solidFill>
              </a:defRPr>
            </a:pPr>
            <a:r>
              <a:t>Balance between extremism and laxity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00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4D3E"/>
                </a:solidFill>
                <a:latin typeface="Georgia"/>
              </a:defRPr>
            </a:pPr>
            <a:r>
              <a:t>Sabr — Patience &amp; Perseverance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844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7534E"/>
                </a:solidFill>
              </a:defRPr>
            </a:pPr>
            <a:r>
              <a:t>Three dimensions of endurance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60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4D3E"/>
                </a:solidFill>
                <a:latin typeface="Georgia"/>
              </a:defRPr>
            </a:pPr>
            <a:r>
              <a:t>Marriage &amp; Family 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445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7534E"/>
                </a:solidFill>
              </a:defRPr>
            </a:pPr>
            <a:r>
              <a:t>Affection, mercy, and simplicity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20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4D3E"/>
                </a:solidFill>
                <a:latin typeface="Georgia"/>
              </a:defRPr>
            </a:pPr>
            <a:r>
              <a:t>Tazkiyah &amp; Ikhlas — Purification &amp; Sincerity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046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7534E"/>
                </a:solidFill>
              </a:defRPr>
            </a:pPr>
            <a:r>
              <a:t>Cleansing the soul, purifying intention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Theme 1: Akhlaq — Good Character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أَخْلَاق | The heaviest deed on the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94415" cy="64008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45720" cy="64008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1B4D3E"/>
                </a:solidFill>
              </a:defRPr>
            </a:pPr>
            <a:r>
              <a:t>وَإِنَّكَ لَعَلَىٰ خُلُقٍ عَظِيمٍ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“And indeed, you are of a great moral character.”  — Qur’an 68:4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40864"/>
            <a:ext cx="10362895" cy="82296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340864"/>
            <a:ext cx="54864" cy="82296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98142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i="1">
                <a:solidFill>
                  <a:srgbClr val="1B4D3E"/>
                </a:solidFill>
                <a:latin typeface="Georgia"/>
              </a:defRPr>
            </a:pPr>
            <a:r>
              <a:t>“I have been sent to perfect good morals and conduct.”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43784"/>
            <a:ext cx="9814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7534E"/>
                </a:solidFill>
              </a:defRPr>
            </a:pPr>
            <a:r>
              <a:t>— Prophet Muhammad (PBUH) (Ahmed 8952, al-Bukhari, al-Hakim)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5303520" cy="283464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54864" cy="283464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What is Akhlaq?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Akhlaq = moral character — the inner self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with its stable traits, good or evil.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Two types: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Innate (gharizi): endowed by Allah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Acquired (muktasab): through practice,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 companionship, and self-discipline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Key insight from al-Ghazali: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Character is what you ARE,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not what you APPEAR to 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5303520" cy="283464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4864" cy="283464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Qaradawi’s Key Positions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1. Akhlaq is the core Islamic concern.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The Prophet’s mission statement.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2. Good character outweighs ritual.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‘A person reaches the status of those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who fast and pray by good character.’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3. Character is MUTABLE, not fixed.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‘Dogs and horses can be trained to be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gentle, and people too.’ — al-Ghazali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4. Companionship shapes character.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Applies to friends, media, environment.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Theme 2: Wasatiyyah — The Middle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وَسَطِيّة | Balance between extremes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94415" cy="64008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45720" cy="64008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1B4D3E"/>
                </a:solidFill>
              </a:defRPr>
            </a:pPr>
            <a:r>
              <a:t>وَكَذَٰلِكَ جَعَلْنَاكُمْ أُمَّةً وَسَطًا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“And thus We have made you a middle nation.”  — Qur’an 2:143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40864"/>
            <a:ext cx="10362895" cy="86868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340864"/>
            <a:ext cx="54864" cy="86868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98142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i="1">
                <a:solidFill>
                  <a:srgbClr val="1B4D3E"/>
                </a:solidFill>
                <a:latin typeface="Georgia"/>
              </a:defRPr>
            </a:pPr>
            <a:r>
              <a:t>“Your body owns a right over you, your eyes own a right over you, your family own a right over you.”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89503"/>
            <a:ext cx="9814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7534E"/>
                </a:solidFill>
              </a:defRPr>
            </a:pPr>
            <a:r>
              <a:t>— Prophet Muhammad (PBUH), correcting three men who vowed extreme asceticism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3474720" cy="30175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54864" cy="30175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In Worship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32004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Not excessive asceticism,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not mere ritualism.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The Prophet rejected: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Fasting every day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Praying all night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Abstaining from marriage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Balance: worship + family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+ rest + social duties.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474720" cy="30175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291840"/>
            <a:ext cx="54864" cy="30175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383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In Fiqh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749039"/>
            <a:ext cx="32004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Not blind taqlid,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not reckless innovation.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Qaradawi’s methodology: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Renewed ijtihad grounded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 in authentic sources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Middle position on zakat: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 neither expanding beyond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 classical categories nor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 restricting to four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291840"/>
            <a:ext cx="3474720" cy="30175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3291840"/>
            <a:ext cx="54864" cy="30175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383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In Ethics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49039"/>
            <a:ext cx="32004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Not extremism, not secularism.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Islam regulates freedom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and keeps desire in check.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Wasatiyyah is NOT compromise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between truth and falsehood —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it is the straight path between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two extremes of error.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Theme 3: Sabr — Patience &amp; Perseverance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صَبْر | Appearing 90+ times in the Qur’an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94415" cy="64008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45720" cy="64008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1B4D3E"/>
                </a:solidFill>
              </a:defRPr>
            </a:pPr>
            <a:r>
              <a:t>إِنَّ اللَّهَ مَعَ الصَّابِرِيْنَ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“Indeed, Allah is with the patient.”  — Qur’an 2:153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32304"/>
            <a:ext cx="3200400" cy="13716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9464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9A857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467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AF6F0"/>
                </a:solidFill>
              </a:defRPr>
            </a:pPr>
            <a:r>
              <a:t>Dimensions of Sabr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432304"/>
            <a:ext cx="3200400" cy="13716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569464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9A857"/>
                </a:solidFill>
              </a:defRPr>
            </a:pPr>
            <a:r>
              <a:t>90+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467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AF6F0"/>
                </a:solidFill>
              </a:defRPr>
            </a:pPr>
            <a:r>
              <a:t>Times in the Qur’an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32304"/>
            <a:ext cx="3200400" cy="13716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569464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9A857"/>
                </a:solidFill>
              </a:defRPr>
            </a:pPr>
            <a:r>
              <a:t>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467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AF6F0"/>
                </a:solidFill>
              </a:defRPr>
            </a:pPr>
            <a:r>
              <a:t>Allah’s company promised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3474720" cy="21031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54864" cy="21031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1. Sabr fi al-Ta’ah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32004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Patience IN obedience.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Persisting in prayer,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fasting, zakat, and good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deeds even when it is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difficult or inconvenient.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206240"/>
            <a:ext cx="3474720" cy="21031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206240"/>
            <a:ext cx="54864" cy="21031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2976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2. Sabr ‘an al-Ma’siyah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63440"/>
            <a:ext cx="32004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Patience AGAINST sin.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Steadfastly refusing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temptation and resisting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the pull of wrongdoing,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even when easy to commit.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206240"/>
            <a:ext cx="3474720" cy="21031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206240"/>
            <a:ext cx="54864" cy="21031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2976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3. Sabr ‘ala al-Musibah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63440"/>
            <a:ext cx="32004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Patience IN affliction.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Enduring trials, loss,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and hardship without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despair — paired with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hope (raja’) in Allah.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Theme 4: Marriage &amp; Family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نِكَاح | Affection, mercy, and simplicity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45720" cy="6858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1B4D3E"/>
                </a:solidFill>
              </a:defRPr>
            </a:pPr>
            <a:r>
              <a:t>وَمِنْ آيَاتِهِٰ أَنْ خَلَقَ لَكُم مِّنْ أَنفُسِكُمْ أَزْوَاجًا لِّتَسْكُنُوا إِلَيْهَا وَجَعَلَ بَيْنَكُم مَّوَدَّةً وَرَحْمَةً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6231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“And among His signs is that He created for you mates... and placed between you affection and mercy.”  — Qur’an 30:21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40863"/>
            <a:ext cx="10362895" cy="77724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340863"/>
            <a:ext cx="54864" cy="77724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1"/>
            <a:ext cx="981425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i="1">
                <a:solidFill>
                  <a:srgbClr val="1B4D3E"/>
                </a:solidFill>
                <a:latin typeface="Georgia"/>
              </a:defRPr>
            </a:pPr>
            <a:r>
              <a:t>“The best of marriages are the simplest ones. The best of dowries are the simplest ones.”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98063"/>
            <a:ext cx="9814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7534E"/>
                </a:solidFill>
              </a:defRPr>
            </a:pPr>
            <a:r>
              <a:t>— Prophet Muhammad (PBUH) (Abu Dawud 2117)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5303520" cy="30175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54864" cy="30175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Qaradawi’s Principles for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39"/>
            <a:ext cx="50292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1. Marriage is the foundation of society.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A solemn covenant (Q 4:21).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2. Celibacy is rejected — ‘No monasticism in Islam.’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‘Your body has its rights, your wife has her rights.’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3. Dowries must be affordable.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Cultural dowry inflation obstructs the Sunnah.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Excessive weddings delay marriage → risk of sin.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4. Spouse selection: religion &amp; character first.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‘Marry the religious one; otherwise you will regret it.’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91840"/>
            <a:ext cx="5303520" cy="30175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91840"/>
            <a:ext cx="54864" cy="30175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Affection, Mercy &amp; Mutual Rights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49039"/>
            <a:ext cx="502920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Marriage is built on mawaddah (affection)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and rahmah (mercy) — Q 30:21.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The Qur’an uses ‘you’ (plural, not dual):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affection and mercy flow FROM the couple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TO the rest of the family and society.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Kindness to wives is commanded: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‘Live with them in kindness’ (Q 4:19).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The community must help the poor marry —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zakat funds may be used for this purpose.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Divorce: ‘Most hated of permissible things.’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Theme 5: Tazkiyah &amp; Ikhlas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تَزْكِيَة | إِخْلَاص | Purification and Sincerity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94415" cy="640080"/>
          </a:xfrm>
          <a:prstGeom prst="rect">
            <a:avLst/>
          </a:prstGeom>
          <a:solidFill>
            <a:srgbClr val="ED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45720" cy="64008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1B4D3E"/>
                </a:solidFill>
              </a:defRPr>
            </a:pPr>
            <a:r>
              <a:t>قَدْ أَفْلَحَ مَن زَكَّىٰهَا وَقَدْ خَابَ مَن دَسَّىٰهَا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7534E"/>
                </a:solidFill>
              </a:defRPr>
            </a:pPr>
            <a:r>
              <a:t>“Successful is the one who purifies it, and failed is the one who corrupts it.”  — Qur’an 91:9-10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5303520" cy="384048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54864" cy="384048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Tazkiyah — Spiritual Purification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Tazkiyah = cleansing the soul from vice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and cultivating virtue.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DUAL meaning from the same root (z-k-w):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Tazkiyat al-nafs = purification of SOUL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• Tazkiyat al-mal = purification of WEALTH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The Sunnah is ‘the agreed-upon source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for the purification of the soul.’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Tazkiyah is NOT passive mysticism —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it is an active, knowledge-driven process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of choosing virtue over vice.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Key: ‘Moral life is founded on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knowledge and willpower.’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5303520" cy="384048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468880"/>
            <a:ext cx="54864" cy="384048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Ikhlas — Sincerity in Worship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Ikhlas = purifying intention for Allah alone,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free from showing off (riya’) or worldly gain.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‘They were not commanded except to worship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Allah, sincere to Him in religion.’ (Q 98:5)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Three key positions: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1. Ikhlas is the CRITERION for acceptance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of deeds — not the outward magnitude.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‘Actions are but by intentions.’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2. Ikhlas + ijtihad must go together —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a jurist must seek truth, not fame.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3. Zakat requires ikhlas — without it,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the spiritual purpose is lost.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Reflection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Questions for the family circle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34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C1917"/>
                </a:solidFill>
                <a:latin typeface="Georgia"/>
              </a:defRPr>
            </a:pPr>
            <a:r>
              <a:t>Which of the five themes resonates most with our family today, and why?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945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C1917"/>
                </a:solidFill>
                <a:latin typeface="Georgia"/>
              </a:defRPr>
            </a:pPr>
            <a:r>
              <a:t>How can we practice wasatiyyah (moderation) in our daily family routine — in worship, screen time, spending, and discipline?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C1917"/>
                </a:solidFill>
                <a:latin typeface="Georgia"/>
              </a:defRPr>
            </a:pPr>
            <a:r>
              <a:t>What is one practical way we can simplify our next family celebration (wedding, aqiqah, eid) following the Prophetic principle of ease?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C1917"/>
                </a:solidFill>
                <a:latin typeface="Georgia"/>
              </a:defRPr>
            </a:pPr>
            <a:r>
              <a:t>Which of the three dimensions of sabr is most needed in our household right now — patience in obedience, against sin, or in hardship?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B4D3E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C1917"/>
                </a:solidFill>
                <a:latin typeface="Georgia"/>
              </a:defRPr>
            </a:pPr>
            <a:r>
              <a:t>How do we cultivate ikhlas in our children — teaching them to do good for Allah’s sake, not for praise or reward?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Sources &amp; Further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463040" cy="36576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7534E"/>
                </a:solidFill>
              </a:defRPr>
            </a:pPr>
            <a:r>
              <a:t>From the Qaradawi Library LLM Wiki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" cy="50292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Books Referenced (9 ingested)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1. Ethics in Islam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3.6M chars | 4 chapters, 23 subsections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2. Faith and Life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292K chars | 4 chapters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3. The Lawful and the Prohibited in Islam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1.4M chars | 5 chapters (OCR recovered)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4. Approaching the Sunnah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996K chars | 3 chapters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5. Fiqh al-Zakah (2 volumes)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1.4M chars | 10 chapters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6. Economic Security in Islam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   608K chars | 7 chapters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7. Education and Economy in the Sunnah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8. Diversion and Arts in Islam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9. Auspices of the Ultimate Victory of Islam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03520" cy="228600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" cy="228600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Concept Pages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Akhlaq / Character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Wasatiyyah / The Middle Way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Sabr / Patience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Marriage / Nikah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Tazkiyah / Purification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Ikhlas / Sincerity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Dawah / Propagation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• Responsibility / Mas’uliyyah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657600"/>
            <a:ext cx="5303520" cy="2560320"/>
          </a:xfrm>
          <a:prstGeom prst="rect">
            <a:avLst/>
          </a:prstGeom>
          <a:solidFill>
            <a:srgbClr val="F5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657600"/>
            <a:ext cx="54864" cy="256032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4D3E"/>
                </a:solidFill>
                <a:latin typeface="Georgia"/>
              </a:defRPr>
            </a:pPr>
            <a:r>
              <a:t>About the Wiki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50292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Total wiki pages: 135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Concept pages: 48 full + 16 redirects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Cross-book comparisons: 4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Extracted corpus: ~9.4M characters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Every claim traces to its source chapter.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Summaries are AI-generated, grounded in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the extracted text — not Qaradawi’s own words.</a:t>
            </a:r>
          </a:p>
          <a:p>
            <a:pPr>
              <a:spcAft>
                <a:spcPts val="300"/>
              </a:spcAft>
              <a:defRPr sz="1100">
                <a:solidFill>
                  <a:srgbClr val="1C1917"/>
                </a:solidFill>
              </a:defRPr>
            </a:pPr>
            <a:r>
              <a:t>Verify any claim against the original.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7534E"/>
                </a:solidFill>
              </a:defRPr>
            </a:pPr>
            <a:r>
              <a:t>Qaradawi Library LLM Wiki | Halaqah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Closing Du’a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9A857"/>
                </a:solidFill>
              </a:defRPr>
            </a:pPr>
            <a:r>
              <a:t>رَبَّنَا هَبْ لَنَا مِنْ أَزْوَاجِنَا وَذُرِّيَّاتِنَا قُرَّةَ أَعْيُنٍ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FAF6F0"/>
                </a:solidFill>
              </a:defRPr>
            </a:pPr>
            <a:r>
              <a:t>“Our Lord, grant us from among our spouses and offspring comfort to our eyes.”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9080"/>
                </a:solidFill>
              </a:defRPr>
            </a:pPr>
            <a:r>
              <a:t>— Qur’an 25:74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FAF6F0"/>
                </a:solidFill>
              </a:defRPr>
            </a:pPr>
            <a:r>
              <a:t>These five themes — good character, moderation, patience, family bonds, and sincere purification — are not separate topics but one integrated vision: a family rooted in faith, balanced in practice, patient in trial, bound by affection, and sincere toward Allah.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9080"/>
                </a:solidFill>
              </a:defRPr>
            </a:pPr>
            <a:r>
              <a:t>Qaradawi Library LLM Wiki  ·  Halaqah Presentation  ·  9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Wisdom for the Family — Halaqah Presentation</dc:title>
  <dc:subject>Halaqah presentation from the works of Yusuf al-Qaradawi</dc:subject>
  <dc:creator>Qaradawi Library LLM Wiki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